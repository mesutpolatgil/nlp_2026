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270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Kaynak: huggingface/course chapters/en/chapter8.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8 giriş ve akış özeti.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Traceback örneği temsili, kaynak bölüm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bölüm 2. Üretilen görsel ayrı bir akademik açıklama illüstrasyonudur.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4.mdx ve 4_tf.mdx.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PyTorch ve TensorFlow eğitim hattı bölümleri.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4.mdx ve 4_tf.mdx: single-batch overfit.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bölüm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 bölüm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8 özet.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Kaynak: https://github.com/huggingface/course/tree/main/chapters/en/chapter8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rah\Desktop\çeviri\bolum-08-yardim-isteme\08-yardim-isteme\sunum\assets\debugging-cover-mod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30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08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21792" y="1435608"/>
            <a:ext cx="6080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ayıklama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yardım isteme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667512" y="4014216"/>
            <a:ext cx="5577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Sorunu izole et. Açıkça anlat. Yeniden üretilebilir bir çözüm bul.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67512" y="62087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COURSE  ·  TÜRKÇE ÇALIŞMA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 sorunun çözümü dört hareketle başlar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Bölümün tamamı bu akış etrafında ilerler.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" y="19659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94944" y="29535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94944" y="3703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Traceback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651760" y="2450592"/>
            <a:ext cx="594360" cy="0"/>
          </a:xfrm>
          <a:prstGeom prst="line">
            <a:avLst/>
          </a:prstGeom>
          <a:noFill/>
          <a:ln w="25400">
            <a:solidFill>
              <a:srgbClr val="CD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9659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529584" y="29535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DARALT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529584" y="3703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örnek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5486400" y="2450592"/>
            <a:ext cx="594360" cy="0"/>
          </a:xfrm>
          <a:prstGeom prst="line">
            <a:avLst/>
          </a:prstGeom>
          <a:noFill/>
          <a:ln w="25400">
            <a:solidFill>
              <a:srgbClr val="CDD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9659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6364224" y="29535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DOĞRULA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364224" y="3703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ve model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8321040" y="2450592"/>
            <a:ext cx="594360" cy="0"/>
          </a:xfrm>
          <a:prstGeom prst="line">
            <a:avLst/>
          </a:prstGeom>
          <a:noFill/>
          <a:ln w="25400">
            <a:solidFill>
              <a:srgbClr val="CDD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8864" y="1965960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400" dirty="0"/>
          </a:p>
        </p:txBody>
      </p:sp>
      <p:sp>
        <p:nvSpPr>
          <p:cNvPr id="19" name="Text 17"/>
          <p:cNvSpPr/>
          <p:nvPr/>
        </p:nvSpPr>
        <p:spPr>
          <a:xfrm>
            <a:off x="9198864" y="295351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PAYLAŞ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198864" y="370332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/ issue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3232" y="5257800"/>
            <a:ext cx="10744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kendi bilgisayarında anlayabildiğin kadarını çöz; kalan kısmı iyi belgelenmiş bir soruya dönüştür.</a:t>
            </a:r>
            <a:endParaRPr lang="en-US" sz="20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9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2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4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6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Traceback’in en alt satırı başlangıç noktası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 türü, gerçek çağrı ve beklenen veri arasındaki ilişkiyi kur.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865376"/>
            <a:ext cx="5833872" cy="3145536"/>
          </a:xfrm>
          <a:prstGeom prst="roundRect">
            <a:avLst>
              <a:gd name="adj" fmla="val 4360"/>
            </a:avLst>
          </a:prstGeom>
          <a:solidFill>
            <a:srgbClr val="11163B"/>
          </a:solidFill>
          <a:ln w="12700">
            <a:solidFill>
              <a:srgbClr val="1116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148072" cy="2176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 : 42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outputs = model(**batch)</a:t>
            </a:r>
            <a:endParaRPr lang="en-US" sz="2300" dirty="0"/>
          </a:p>
          <a:p>
            <a:pPr marL="0" indent="0">
              <a:buNone/>
            </a:pP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KeyError: "labels"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013448" y="1837944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00" dirty="0"/>
          </a:p>
        </p:txBody>
      </p:sp>
      <p:sp>
        <p:nvSpPr>
          <p:cNvPr id="9" name="Text 7"/>
          <p:cNvSpPr/>
          <p:nvPr/>
        </p:nvSpPr>
        <p:spPr>
          <a:xfrm>
            <a:off x="7973568" y="1865376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İstisnayı oku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13448" y="2862072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7973568" y="2889504"/>
            <a:ext cx="3136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Kendi kodunu bul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13448" y="3886200"/>
            <a:ext cx="914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7973568" y="39136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Girdiyi karşılaştır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3232" y="5632704"/>
            <a:ext cx="10652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 örnekte soru: “labels neden batch içinde yok?”</a:t>
            </a:r>
            <a:endParaRPr lang="en-US" sz="19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Pipeline’ı aç: hata nerede doğuyor?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 satırlık çağrıyı gözlenebilir aşamalara ayır.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pic>
        <p:nvPicPr>
          <p:cNvPr id="6" name="Image 0" descr="C:\Users\Emrah\Desktop\çeviri\bolum-08-yardim-isteme\08-yardim-isteme\sunum\assets\pipeline-mod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536192"/>
            <a:ext cx="6766560" cy="44165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865376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1673352" y="1837944"/>
            <a:ext cx="3584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Tokenizer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73352" y="2368296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input_ids + attention_mask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673352" y="2761488"/>
            <a:ext cx="3291840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13232" y="303580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673352" y="3008376"/>
            <a:ext cx="3584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73352" y="353872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logits + loss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1673352" y="3931920"/>
            <a:ext cx="3291840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4206240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1673352" y="4178808"/>
            <a:ext cx="358444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 işlem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673352" y="4709160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etiket, yanıt, skor</a:t>
            </a:r>
            <a:endParaRPr lang="en-US" sz="15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Eğitim hattında ilk durak: veri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 yanlışsa, diğer her adım yanıltıcı sonuç verebilir.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58368" y="2240280"/>
            <a:ext cx="530352" cy="530352"/>
          </a:xfrm>
          <a:prstGeom prst="ellipse">
            <a:avLst/>
          </a:prstGeom>
          <a:solidFill>
            <a:srgbClr val="C9F947"/>
          </a:solidFill>
          <a:ln w="12700">
            <a:solidFill>
              <a:srgbClr val="C9F9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34086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658368" y="369417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Örnekler ve etiketler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89888" y="2505456"/>
            <a:ext cx="1380744" cy="0"/>
          </a:xfrm>
          <a:prstGeom prst="line">
            <a:avLst/>
          </a:prstGeom>
          <a:noFill/>
          <a:ln w="25400">
            <a:solidFill>
              <a:srgbClr val="727F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90088" y="2240280"/>
            <a:ext cx="530352" cy="530352"/>
          </a:xfrm>
          <a:prstGeom prst="ellipse">
            <a:avLst/>
          </a:prstGeom>
          <a:solidFill>
            <a:srgbClr val="2454F5"/>
          </a:solidFill>
          <a:ln w="12700">
            <a:solidFill>
              <a:srgbClr val="2454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90088" y="234086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990088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990088" y="369417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Padding ve collator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721608" y="2505456"/>
            <a:ext cx="1380744" cy="0"/>
          </a:xfrm>
          <a:prstGeom prst="line">
            <a:avLst/>
          </a:prstGeom>
          <a:noFill/>
          <a:ln w="25400">
            <a:solidFill>
              <a:srgbClr val="727F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21808" y="2240280"/>
            <a:ext cx="530352" cy="530352"/>
          </a:xfrm>
          <a:prstGeom prst="ellipse">
            <a:avLst/>
          </a:prstGeom>
          <a:solidFill>
            <a:srgbClr val="2454F5"/>
          </a:solidFill>
          <a:ln w="12700">
            <a:solidFill>
              <a:srgbClr val="2454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21808" y="234086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321808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5321808" y="369417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İleri geçiş ve loss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53328" y="2505456"/>
            <a:ext cx="1380744" cy="0"/>
          </a:xfrm>
          <a:prstGeom prst="line">
            <a:avLst/>
          </a:prstGeom>
          <a:noFill/>
          <a:ln w="25400">
            <a:solidFill>
              <a:srgbClr val="727F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53528" y="2240280"/>
            <a:ext cx="530352" cy="530352"/>
          </a:xfrm>
          <a:prstGeom prst="ellipse">
            <a:avLst/>
          </a:prstGeom>
          <a:solidFill>
            <a:srgbClr val="2454F5"/>
          </a:solidFill>
          <a:ln w="12700">
            <a:solidFill>
              <a:srgbClr val="2454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234086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653528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Adım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7653528" y="369417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ve optimizer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385048" y="2505456"/>
            <a:ext cx="1380744" cy="0"/>
          </a:xfrm>
          <a:prstGeom prst="line">
            <a:avLst/>
          </a:prstGeom>
          <a:noFill/>
          <a:ln w="25400">
            <a:solidFill>
              <a:srgbClr val="727F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985248" y="2240280"/>
            <a:ext cx="530352" cy="530352"/>
          </a:xfrm>
          <a:prstGeom prst="ellipse">
            <a:avLst/>
          </a:prstGeom>
          <a:solidFill>
            <a:srgbClr val="2454F5"/>
          </a:solidFill>
          <a:ln w="12700">
            <a:solidFill>
              <a:srgbClr val="2454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985248" y="2340864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985248" y="306324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Metrik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9985248" y="3694176"/>
            <a:ext cx="2057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Tahmin ve etiket eşleşmesi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6656" y="5294376"/>
            <a:ext cx="1084478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ve TensorFlow yolları farklı araçlar kullanır; kontrol sırası aynıdır.</a:t>
            </a:r>
            <a:endParaRPr lang="en-US" sz="20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92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2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4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6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4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32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6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88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16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6440"/>
                            </p:stCondLst>
                            <p:childTnLst>
                              <p:par>
                                <p:cTn id="9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720"/>
                            </p:stCondLst>
                            <p:childTnLst>
                              <p:par>
                                <p:cTn id="10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70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728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9" grpId="0" animBg="1"/>
      <p:bldP spid="12" grpId="0" animBg="1"/>
      <p:bldP spid="13" grpId="0" animBg="1"/>
      <p:bldP spid="14" grpId="0" animBg="1"/>
      <p:bldP spid="17" grpId="0" animBg="1"/>
      <p:bldP spid="18" grpId="0" animBg="1"/>
      <p:bldP spid="19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 / TensorFlow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Aynı soruyu farklı araçlarla sorarız.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783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PyTorch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6364224" y="1783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D79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TensorFlow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6071616" y="1700784"/>
            <a:ext cx="0" cy="3538728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32888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DataLoader + collate_fn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82512" y="2532888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tf.data.Dataset + to_tf_dataset()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172968"/>
            <a:ext cx="10716768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38144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model(**batch)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382512" y="3438144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model(batch) / model.compile()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078224"/>
            <a:ext cx="10716768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49560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loss.backward()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82512" y="4343400"/>
            <a:ext cx="5010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017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GradientTape veya fit()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22376" y="5586984"/>
            <a:ext cx="10579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 iki yolda da gerçek model girdisini görmeden teşhis koyma.</a:t>
            </a:r>
            <a:endParaRPr lang="en-US" sz="21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Çalışıyor olması, öğrendiği anlamına gelmez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Sessiz hatayı küçük bir deneyle görünür kıl.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04088" y="1719072"/>
            <a:ext cx="192024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800" dirty="0"/>
          </a:p>
        </p:txBody>
      </p:sp>
      <p:sp>
        <p:nvSpPr>
          <p:cNvPr id="7" name="Text 5"/>
          <p:cNvSpPr/>
          <p:nvPr/>
        </p:nvSpPr>
        <p:spPr>
          <a:xfrm>
            <a:off x="2386584" y="2286000"/>
            <a:ext cx="5212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49808" y="4014216"/>
            <a:ext cx="612648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Önce birkaç örneği gözle incele.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Sonra tek batch üzerinde aşırı uyum dene.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406640" y="1773936"/>
            <a:ext cx="4114800" cy="3694176"/>
          </a:xfrm>
          <a:prstGeom prst="roundRect">
            <a:avLst>
              <a:gd name="adj" fmla="val 3960"/>
            </a:avLst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81544" y="208483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81544" y="2642616"/>
            <a:ext cx="318211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küçük örneği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öğrenebiliyor mu?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781544" y="427024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Hayırsa veri, loss veya güncelleme akışına dön.</a:t>
            </a:r>
            <a:endParaRPr lang="en-US" sz="1700" dirty="0"/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Forum gönderisi: başlık sorunu anlatsın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Okuyucu ilk bakışta nereden başlayacağını bilmeli.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171907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ZAYIF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249424"/>
            <a:ext cx="4983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“Kodum çalışmıyor”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6263640" y="1719072"/>
            <a:ext cx="36576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9F9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AÇIK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263640" y="2212848"/>
            <a:ext cx="5248656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“Trainer.train() sırasında</a:t>
            </a:r>
            <a:endParaRPr lang="en-US" sz="3100" dirty="0"/>
          </a:p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KeyError: labels”</a:t>
            </a:r>
            <a:endParaRPr lang="en-US" sz="3100" dirty="0"/>
          </a:p>
        </p:txBody>
      </p:sp>
      <p:sp>
        <p:nvSpPr>
          <p:cNvPr id="10" name="Shape 8"/>
          <p:cNvSpPr/>
          <p:nvPr/>
        </p:nvSpPr>
        <p:spPr>
          <a:xfrm>
            <a:off x="731520" y="3822192"/>
            <a:ext cx="10652760" cy="0"/>
          </a:xfrm>
          <a:prstGeom prst="line">
            <a:avLst/>
          </a:prstGeom>
          <a:noFill/>
          <a:ln w="12700">
            <a:solidFill>
              <a:srgbClr val="777F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379976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49808" y="501091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Kısa örnek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62856" y="4379976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562856" y="501091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traceback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75904" y="4379976"/>
            <a:ext cx="29260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Bağlam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8375904" y="501091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Sürüm ve beklenen sonuç</a:t>
            </a:r>
            <a:endParaRPr lang="en-US" sz="17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İyi bir GitHub issue dört bilgi taşır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Bakım ekibi sorunu kendi ortamında yeniden üretebilmelidir.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94944" y="1773936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91640" y="177393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Ortam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513832" y="1801368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Paket sürümleri, cihaz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682496" y="2414016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" y="2670048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691640" y="267004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Kod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5513832" y="2697480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Küçük ve çalıştırılabilir örnek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82496" y="3310128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" y="3566160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E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691640" y="35661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Gözlem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5513832" y="3593592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hata ve gerçekleşen davranış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682496" y="4206240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4462272"/>
            <a:ext cx="7315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691640" y="44622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Beklenti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5513832" y="4489704"/>
            <a:ext cx="5623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 olması gerekiyordu?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682496" y="5102352"/>
            <a:ext cx="9592056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364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92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2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48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76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438912"/>
            <a:ext cx="109545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Soruyu iyi yazmak çözümü hızlandırır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332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İçerik kadar sıralama da önemlidir.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66928" y="650138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2026  /  BÖLÜM 08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082528" y="6492240"/>
            <a:ext cx="4297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" y="1664208"/>
            <a:ext cx="1234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240280" y="1746504"/>
            <a:ext cx="87416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Hatanın son satırı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240280" y="2432304"/>
            <a:ext cx="8915400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697480"/>
            <a:ext cx="1234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240280" y="2779776"/>
            <a:ext cx="87416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küçük örnek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2240280" y="3465576"/>
            <a:ext cx="8915400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730752"/>
            <a:ext cx="1234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240280" y="3813048"/>
            <a:ext cx="87416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ortam bilgisi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2240280" y="4498848"/>
            <a:ext cx="8915400" cy="0"/>
          </a:xfrm>
          <a:prstGeom prst="line">
            <a:avLst/>
          </a:prstGeom>
          <a:noFill/>
          <a:ln w="12700">
            <a:solidFill>
              <a:srgbClr val="CDD7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4764024"/>
            <a:ext cx="1234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2240280" y="4846320"/>
            <a:ext cx="8741664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Beklenen davranış</a:t>
            </a:r>
            <a:endParaRPr lang="en-US" sz="2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4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2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4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68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96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24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2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8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08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36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Emrah\Desktop\çeviri\bolum-08-yardim-isteme\08-yardim-isteme\sunum\assets\debugging-cover-mode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30" dirty="0">
                <a:solidFill>
                  <a:srgbClr val="245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/ 08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21792" y="1435608"/>
            <a:ext cx="6080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Sorun görünürse</a:t>
            </a:r>
            <a:endParaRPr lang="en-US" sz="4700" dirty="0"/>
          </a:p>
          <a:p>
            <a:pPr marL="0" indent="0">
              <a:buNone/>
            </a:pPr>
            <a:r>
              <a:rPr lang="en-US" sz="4700" b="1" dirty="0">
                <a:solidFill>
                  <a:srgbClr val="101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çözüm paylaşılır.</a:t>
            </a:r>
            <a:endParaRPr lang="en-US" sz="4700" dirty="0"/>
          </a:p>
        </p:txBody>
      </p:sp>
      <p:sp>
        <p:nvSpPr>
          <p:cNvPr id="5" name="Text 2"/>
          <p:cNvSpPr/>
          <p:nvPr/>
        </p:nvSpPr>
        <p:spPr>
          <a:xfrm>
            <a:off x="667512" y="4014216"/>
            <a:ext cx="55778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çeviri ve bölüm sonu soruları çalışma klasöründe.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67512" y="6208776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3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HUGGING FACE COURSE  ·  TÜRKÇE ÇALIŞMA</a:t>
            </a:r>
            <a:endParaRPr lang="en-US" sz="10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6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3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564</Words>
  <Application>Microsoft Office PowerPoint</Application>
  <PresentationFormat>Geniş ekran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Hugging Face Course Bölüm 8</dc:subject>
  <dc:creator>NLP 2026</dc:creator>
  <cp:lastModifiedBy>Emrah</cp:lastModifiedBy>
  <cp:revision>3</cp:revision>
  <dcterms:created xsi:type="dcterms:W3CDTF">2026-10-30T11:38:00Z</dcterms:created>
  <dcterms:modified xsi:type="dcterms:W3CDTF">2026-10-30T11:51:22Z</dcterms:modified>
</cp:coreProperties>
</file>