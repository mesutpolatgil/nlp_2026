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66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senaryolar kaynak ünitenin ayrı red-team bölümü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Red-team/README.md senaryoları.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Anahtar sahte örnektir.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Eğitim amaçlı red-team senaryosu.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eğitim hattı bölümlerinden türetilen red-team senaryosu.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Red-team senaryo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Red-team çalışmasının kayıt şablonu.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Eğitim amaçlı uyarlama.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rah\Desktop\çeviri\bolum-08-yardim-isteme\08-yardim-isteme\red-team\assets\redteam-cover-mod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30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08  ·  RED-TEAM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21792" y="1435608"/>
            <a:ext cx="6080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 teşhis.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paylaşım.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67512" y="4014216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ayıklama akışını risk senaryolarıyla sınamak.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7512" y="62087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COURSE  ·  TÜRKÇE ÇALIŞMA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risk yüzeyi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 çözerken hangi aşamada zarar oluşabilir?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755648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55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13832" y="1783080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Gizli veri sızıntısı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2395728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5176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2651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yanıtı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13832" y="2679192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Yanlış yönlendirme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82496" y="3291840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4787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5478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13832" y="3575304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Sessiz kalite hatası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82496" y="4187952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44398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444398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13832" y="4471416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yeniden üretim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82496" y="5084064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6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 çok şey söyler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Paylaşmadan önce tanı bilgisini ve gizli değerleri ayır.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22376" y="1773936"/>
            <a:ext cx="5669280" cy="3547872"/>
          </a:xfrm>
          <a:prstGeom prst="roundRect">
            <a:avLst>
              <a:gd name="adj" fmla="val 3866"/>
            </a:avLst>
          </a:prstGeom>
          <a:solidFill>
            <a:srgbClr val="1B2357"/>
          </a:solidFill>
          <a:ln w="12700">
            <a:solidFill>
              <a:srgbClr val="1B23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76272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"C:/Users/Ada/train.py"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API_KEY=sk_example_secret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"labels"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30568" y="18470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ÇIKAR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30568" y="2304288"/>
            <a:ext cx="38221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Kullanıcı adı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yol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Erişim anahtarı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30568" y="40690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F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30568" y="455371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türü + çağrı yeri</a:t>
            </a:r>
            <a:endParaRPr lang="en-US" sz="21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Yanıltıcı tavsiyeyi doğrula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Özellikle güvenlik kontrolünü kapatan çözümleri küçük testle sınayın.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" y="189280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“Kontrolü kapat,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 tekrar dene.”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016752" y="1673352"/>
            <a:ext cx="0" cy="3648456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5623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61504" y="1901952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Belgeye bak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65392" y="28986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461504" y="294436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Sürümü eşleştir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65392" y="394106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61504" y="3986784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alınabilir test yap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9808" y="5678424"/>
            <a:ext cx="10643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bir öneri, güvenilir olduğu anlamına gelmez.</a:t>
            </a:r>
            <a:endParaRPr lang="en-US" sz="2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Sessiz hata: metrik ilerlemiyor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veri ve tek batch testi; sonra hiperparametreler.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" y="171907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YANLIŞ ETİKET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230428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çalışır.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Öğrenme durur.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547104" y="1801368"/>
            <a:ext cx="4773168" cy="3447288"/>
          </a:xfrm>
          <a:prstGeom prst="roundRect">
            <a:avLst>
              <a:gd name="adj" fmla="val 4244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0296" y="215798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TEŞHİS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0296" y="2834640"/>
            <a:ext cx="381304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örneği incele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 eşlemesini doğrula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batch üzerinde dene</a:t>
            </a:r>
            <a:endParaRPr lang="en-US" sz="20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issue, üretilemeyen hata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Başka bir makinede aynı hata görünmeli.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773936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739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revizyonu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13832" y="1801368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Sabit mi?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2414016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5176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2651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sürümleri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13832" y="2679192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Listeli mi?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82496" y="3291840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9584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52958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veri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13832" y="3557016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Sentetik mi?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82496" y="4169664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407408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44074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Komutlar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13832" y="4434840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Baştan sona çalışıyor mu?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82496" y="5047488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6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sonucu nasıl kaydedilir?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denemeye aynı dört alanı ekle.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9F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GİRDİ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7307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enjekte edildi?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47872" y="1847088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9F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547872" y="30632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GÖZLEM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7872" y="37307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ne yaptı?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82512" y="1847088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9F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382512" y="30632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BEKLENTİ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82512" y="37307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olmalıydı?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17152" y="1847088"/>
            <a:ext cx="2103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9217152" y="30632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17152" y="37307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değişiklik işe yaradı?</a:t>
            </a:r>
            <a:endParaRPr lang="en-US" sz="17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rah\Desktop\çeviri\bolum-08-yardim-isteme\08-yardim-isteme\red-team\assets\redteam-cover-mod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30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/ 08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21792" y="1435608"/>
            <a:ext cx="6080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 paylaşılır.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 paylaşılmaz.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67512" y="4014216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Senaryolar ve başarı ölçütleri red-team/README.md içinde.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7512" y="62087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COURSE  ·  TÜRKÇE ÇALIŞMA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Geniş ekran</PresentationFormat>
  <Paragraphs>112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Hugging Face Course Bölüm 8</dc:subject>
  <dc:creator>NLP 2026</dc:creator>
  <cp:lastModifiedBy>Emrah</cp:lastModifiedBy>
  <cp:revision>3</cp:revision>
  <dcterms:created xsi:type="dcterms:W3CDTF">2026-10-30T11:38:00Z</dcterms:created>
  <dcterms:modified xsi:type="dcterms:W3CDTF">2026-10-30T11:51:24Z</dcterms:modified>
</cp:coreProperties>
</file>